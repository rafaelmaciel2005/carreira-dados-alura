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4E95D9"/>
    <a:srgbClr val="A6CAEC"/>
    <a:srgbClr val="C1E5F5"/>
    <a:srgbClr val="158E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7B86FC-1F44-474B-B689-98B045824CD9}" v="17" dt="2025-06-18T12:34:46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D593A-86DF-3316-3740-46E5D0BF7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9D33CE-8A98-41CE-8EF5-807AE7ACC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5E64C7-4417-CEE3-D5AF-6F5DBA70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5AE2EC-83E6-8675-C13E-032C603B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E1D7F3-487C-3921-43A7-1655B57E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61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4A342-36FD-3AF8-6702-79397DD8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176576-9EE9-6358-98DF-1E476BFBE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D46DC3-E7C1-71AA-A352-50F25FE7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DB088-A2B5-46BD-34FF-08EACD1A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DCC6C5-ED8D-0C55-53DE-F84106BC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57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FFE06-F0E2-E125-78D7-294A3AD5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0C6D75-AB52-5010-0F2E-1AB043C80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0409EC-E1AA-B8E9-129A-19AB3745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798DF-2A51-A85C-6EF6-4E7D55E4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AFEEB1-100F-6072-95C8-383B981F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02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4FF46-B340-DABF-2831-B2ED3B97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BCE2A5-FEFB-9896-B47F-DB314944E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190C66-20F8-8106-93E9-CD572488D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B6F434-F939-1309-E872-4FC302E5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9874BA-F290-F0F4-AF08-C79BEF56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B2E888-C8CA-DAFA-B676-0A426911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46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748E1-718C-5D3F-3B84-87E3F016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F84E62-6C16-8F6A-DA34-D8C0F9044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9BFFA0-4E30-9D73-29DC-2D31A1D7F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CE55CA-9ADD-4A7F-EF8E-97A316DEB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80EAFF-D8E2-31D3-B84A-6F823F836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1AA841-F407-E501-0499-8C7FA9E5F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005B72-50F8-1180-69D5-E42AB697B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AB3E76-A96D-AF5F-6A0C-3F0F7E2E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50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57338-1B28-8235-0749-09C89D8B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105116-2BF5-F8A9-2BDC-8AAD50DF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0D9197-68E1-3B5F-1455-86D28CAB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45EBD4-D6BD-D26F-9DAF-14B2CC0C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79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4B0F2A-CD53-CDF2-E00E-3DD16C82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A2010A-1B78-1A20-5A1D-2917461D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47197D-46AE-74F3-8F0A-9F629EE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18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01072-4BA1-64FF-3AC9-558E9E42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F1B16-B5C8-1BC4-A809-3FD0FD4F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A939AC-417D-548D-2DB2-DBC2B7923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EDAE70-B069-5F89-B8B9-92480505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F83730-5363-6AC2-AB0E-284B989C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D16B71-81E2-9652-E97B-F1F1B86E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08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F2F82-D0CE-A1E3-A376-2092E1C8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6E95F6-AA66-4F1E-849A-7D6F16DE3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DF5BF5-45D9-B178-2C37-FDB88FB40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1486EA-E333-34F2-67D8-C63D466F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CE015E-9277-3921-7BC4-7AA95B54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310B02-2E98-7285-5B6A-E860BEB2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250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BA8AD-3629-7CD3-FC26-4F1DC40C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6F5047-286A-AB01-7E48-6DEBA9129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AE7377-56E5-8617-6743-95B3207D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A3F2A6-8A91-6D76-E82E-C3262295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810818-B982-05D8-9B6D-7AB867D2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60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AD0310-F9FA-0661-509B-9D3A3223E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D57E56-6733-0D81-03DD-B2F407979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BE685-F0E3-39D8-B409-E4D3629F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17057-13A8-17AA-FC78-C4ACE8DE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866038-AE1C-6443-3732-C21A9AB7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58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02F8548-1D67-620B-173B-A409F457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735353-721F-807E-08C1-66FD330A8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376F3C-50C8-3ABE-9133-E6319D3AA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F4385-580E-4ECC-9818-4A9C7C5354E5}" type="datetimeFigureOut">
              <a:rPr lang="pt-BR" smtClean="0"/>
              <a:t>18/06/2025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AF6747-602C-C39E-2592-CB11799D3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0F645-BAED-A46A-E2C2-ECBCE56E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3A8B1-33C6-42BD-A15D-E8881E63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03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iângulo isósceles 12">
            <a:extLst>
              <a:ext uri="{FF2B5EF4-FFF2-40B4-BE49-F238E27FC236}">
                <a16:creationId xmlns:a16="http://schemas.microsoft.com/office/drawing/2014/main" id="{FDBAE788-5D98-EFB7-CA43-C86561594A89}"/>
              </a:ext>
            </a:extLst>
          </p:cNvPr>
          <p:cNvSpPr/>
          <p:nvPr/>
        </p:nvSpPr>
        <p:spPr>
          <a:xfrm>
            <a:off x="1967948" y="-864705"/>
            <a:ext cx="10224052" cy="7722705"/>
          </a:xfrm>
          <a:prstGeom prst="triangle">
            <a:avLst>
              <a:gd name="adj" fmla="val 100000"/>
            </a:avLst>
          </a:prstGeom>
          <a:solidFill>
            <a:srgbClr val="158E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0EFCC49-A506-9C56-257C-8D817BC72DD6}"/>
              </a:ext>
            </a:extLst>
          </p:cNvPr>
          <p:cNvSpPr/>
          <p:nvPr/>
        </p:nvSpPr>
        <p:spPr>
          <a:xfrm>
            <a:off x="-3150" y="286121"/>
            <a:ext cx="11840654" cy="6219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Gráfico 8" descr="Início com preenchimento sólido">
            <a:extLst>
              <a:ext uri="{FF2B5EF4-FFF2-40B4-BE49-F238E27FC236}">
                <a16:creationId xmlns:a16="http://schemas.microsoft.com/office/drawing/2014/main" id="{864986EF-022B-7331-B92B-620A8E1E0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151" y="1938501"/>
            <a:ext cx="558000" cy="558000"/>
          </a:xfrm>
          <a:prstGeom prst="rect">
            <a:avLst/>
          </a:prstGeom>
        </p:spPr>
      </p:pic>
      <p:pic>
        <p:nvPicPr>
          <p:cNvPr id="11" name="Gráfico 10" descr="Mapa com alfinete com preenchimento sólido">
            <a:extLst>
              <a:ext uri="{FF2B5EF4-FFF2-40B4-BE49-F238E27FC236}">
                <a16:creationId xmlns:a16="http://schemas.microsoft.com/office/drawing/2014/main" id="{4505DC86-CB7A-417B-D5AC-88566622B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3524164"/>
            <a:ext cx="558000" cy="558000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EBF26008-FFCD-BFB6-422F-61A68CBDC9F8}"/>
              </a:ext>
            </a:extLst>
          </p:cNvPr>
          <p:cNvSpPr/>
          <p:nvPr/>
        </p:nvSpPr>
        <p:spPr>
          <a:xfrm>
            <a:off x="1317804" y="1242275"/>
            <a:ext cx="4778196" cy="2588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280E8A0-82EB-6411-C1EA-8ED6099413C3}"/>
              </a:ext>
            </a:extLst>
          </p:cNvPr>
          <p:cNvSpPr/>
          <p:nvPr/>
        </p:nvSpPr>
        <p:spPr>
          <a:xfrm>
            <a:off x="6280908" y="1242276"/>
            <a:ext cx="5371688" cy="2588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76E7BE-5CCF-D89B-4396-FBC8417543D3}"/>
              </a:ext>
            </a:extLst>
          </p:cNvPr>
          <p:cNvSpPr/>
          <p:nvPr/>
        </p:nvSpPr>
        <p:spPr>
          <a:xfrm>
            <a:off x="4916954" y="535819"/>
            <a:ext cx="1126724" cy="648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D1F1CE6-5701-2FBB-0639-746AF7A5AD07}"/>
              </a:ext>
            </a:extLst>
          </p:cNvPr>
          <p:cNvSpPr/>
          <p:nvPr/>
        </p:nvSpPr>
        <p:spPr>
          <a:xfrm>
            <a:off x="6280908" y="316034"/>
            <a:ext cx="2257427" cy="86651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63548C5-51CB-0347-9A3B-DEB65678AF29}"/>
              </a:ext>
            </a:extLst>
          </p:cNvPr>
          <p:cNvSpPr/>
          <p:nvPr/>
        </p:nvSpPr>
        <p:spPr>
          <a:xfrm>
            <a:off x="8819570" y="316034"/>
            <a:ext cx="2257427" cy="86651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C801A3-28A9-41BD-4C37-F51422ED79CB}"/>
              </a:ext>
            </a:extLst>
          </p:cNvPr>
          <p:cNvSpPr/>
          <p:nvPr/>
        </p:nvSpPr>
        <p:spPr>
          <a:xfrm>
            <a:off x="6280908" y="316034"/>
            <a:ext cx="2257427" cy="1411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4E95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071280F-DB6F-A11E-E823-661831BC3DC6}"/>
              </a:ext>
            </a:extLst>
          </p:cNvPr>
          <p:cNvSpPr/>
          <p:nvPr/>
        </p:nvSpPr>
        <p:spPr>
          <a:xfrm>
            <a:off x="8775565" y="314413"/>
            <a:ext cx="2257427" cy="1411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5F9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1730B69-EF33-BA3B-83B3-72510159CA8B}"/>
              </a:ext>
            </a:extLst>
          </p:cNvPr>
          <p:cNvSpPr/>
          <p:nvPr/>
        </p:nvSpPr>
        <p:spPr>
          <a:xfrm>
            <a:off x="3671615" y="534483"/>
            <a:ext cx="1126724" cy="648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9C46D70-C3A7-B9EE-67BC-9DD3964B71FA}"/>
              </a:ext>
            </a:extLst>
          </p:cNvPr>
          <p:cNvSpPr/>
          <p:nvPr/>
        </p:nvSpPr>
        <p:spPr>
          <a:xfrm>
            <a:off x="1317804" y="3886816"/>
            <a:ext cx="4778196" cy="2588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81A0B38-EC9C-4890-D750-40F6F68F9E84}"/>
              </a:ext>
            </a:extLst>
          </p:cNvPr>
          <p:cNvSpPr/>
          <p:nvPr/>
        </p:nvSpPr>
        <p:spPr>
          <a:xfrm>
            <a:off x="6280908" y="3886817"/>
            <a:ext cx="5371688" cy="2588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493B066-0565-A0FC-8898-66F56D7A7F81}"/>
              </a:ext>
            </a:extLst>
          </p:cNvPr>
          <p:cNvSpPr/>
          <p:nvPr/>
        </p:nvSpPr>
        <p:spPr>
          <a:xfrm>
            <a:off x="20143" y="1202237"/>
            <a:ext cx="1294511" cy="527310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8E25E95D-96A9-8E8B-B043-512CEAD80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30" y="297835"/>
            <a:ext cx="1956632" cy="7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363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B38D5DE2643E479ADB27BB94316BC4" ma:contentTypeVersion="16" ma:contentTypeDescription="Crie um novo documento." ma:contentTypeScope="" ma:versionID="4c153f50bab7f0313be19d9109f02847">
  <xsd:schema xmlns:xsd="http://www.w3.org/2001/XMLSchema" xmlns:xs="http://www.w3.org/2001/XMLSchema" xmlns:p="http://schemas.microsoft.com/office/2006/metadata/properties" xmlns:ns2="9fa97099-07b4-43a8-a32b-76b40d207aa6" xmlns:ns3="a7f4a7b7-966e-48e5-a98f-43d258599049" targetNamespace="http://schemas.microsoft.com/office/2006/metadata/properties" ma:root="true" ma:fieldsID="e2ca8599f1488e0c983be54031ac7c71" ns2:_="" ns3:_="">
    <xsd:import namespace="9fa97099-07b4-43a8-a32b-76b40d207aa6"/>
    <xsd:import namespace="a7f4a7b7-966e-48e5-a98f-43d258599049"/>
    <xsd:element name="properties">
      <xsd:complexType>
        <xsd:sequence>
          <xsd:element name="documentManagement">
            <xsd:complexType>
              <xsd:all>
                <xsd:element ref="ns2:Escol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97099-07b4-43a8-a32b-76b40d207aa6" elementFormDefault="qualified">
    <xsd:import namespace="http://schemas.microsoft.com/office/2006/documentManagement/types"/>
    <xsd:import namespace="http://schemas.microsoft.com/office/infopath/2007/PartnerControls"/>
    <xsd:element name="Escola" ma:index="8" nillable="true" ma:displayName="Categoria" ma:format="Dropdown" ma:internalName="Escola">
      <xsd:simpleType>
        <xsd:restriction base="dms:Choice">
          <xsd:enumeration value="Front-end"/>
          <xsd:enumeration value="Programação"/>
          <xsd:enumeration value="Mobile"/>
          <xsd:enumeration value="DevOps"/>
          <xsd:enumeration value="Data Science"/>
          <xsd:enumeration value="Inovação &amp; Gestão"/>
          <xsd:enumeration value="UX &amp; Design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f4a7b7-966e-48e5-a98f-43d25859904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e0fff59-1010-4890-bf85-4725663ab365}" ma:internalName="TaxCatchAll" ma:showField="CatchAllData" ma:web="a7f4a7b7-966e-48e5-a98f-43d2585990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97099-07b4-43a8-a32b-76b40d207aa6">
      <Terms xmlns="http://schemas.microsoft.com/office/infopath/2007/PartnerControls"/>
    </lcf76f155ced4ddcb4097134ff3c332f>
    <TaxCatchAll xmlns="a7f4a7b7-966e-48e5-a98f-43d258599049" xsi:nil="true"/>
    <Escola xmlns="9fa97099-07b4-43a8-a32b-76b40d207aa6" xsi:nil="true"/>
  </documentManagement>
</p:properties>
</file>

<file path=customXml/itemProps1.xml><?xml version="1.0" encoding="utf-8"?>
<ds:datastoreItem xmlns:ds="http://schemas.openxmlformats.org/officeDocument/2006/customXml" ds:itemID="{0D7BCB5D-1939-4363-92E2-2D69E59E490F}"/>
</file>

<file path=customXml/itemProps2.xml><?xml version="1.0" encoding="utf-8"?>
<ds:datastoreItem xmlns:ds="http://schemas.openxmlformats.org/officeDocument/2006/customXml" ds:itemID="{EEA0B194-2191-42F7-B4B4-D25295C2CE9F}"/>
</file>

<file path=customXml/itemProps3.xml><?xml version="1.0" encoding="utf-8"?>
<ds:datastoreItem xmlns:ds="http://schemas.openxmlformats.org/officeDocument/2006/customXml" ds:itemID="{8B03BDE8-4009-43F0-9C14-D91342416374}"/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Frizo</dc:creator>
  <cp:lastModifiedBy>Henrique Frizo</cp:lastModifiedBy>
  <cp:revision>2</cp:revision>
  <dcterms:created xsi:type="dcterms:W3CDTF">2025-06-06T12:37:50Z</dcterms:created>
  <dcterms:modified xsi:type="dcterms:W3CDTF">2025-06-18T12:35:11Z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0x010100F7B38D5DE2643E479ADB27BB94316BC4</vt:lpwstr>
  </property>
</Properties>
</file>